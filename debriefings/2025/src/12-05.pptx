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handoutMasterIdLst>
    <p:handoutMasterId r:id="rId15"/>
  </p:handoutMasterIdLst>
  <p:sldIdLst>
    <p:sldId id="280" r:id="rId3"/>
    <p:sldId id="287" r:id="rId4"/>
    <p:sldId id="307" r:id="rId5"/>
    <p:sldId id="309" r:id="rId6"/>
    <p:sldId id="308" r:id="rId7"/>
    <p:sldId id="310" r:id="rId8"/>
    <p:sldId id="312" r:id="rId9"/>
    <p:sldId id="311" r:id="rId10"/>
    <p:sldId id="313" r:id="rId11"/>
    <p:sldId id="314" r:id="rId12"/>
    <p:sldId id="31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55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6788E-680A-49E5-BB93-D456A9D23A2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61F6E-92FD-414D-9278-71772D358C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73084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F4945-C160-4CD5-B124-49B9BE14C0AB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3120B-582B-4354-977D-A474A534F6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56565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74511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56A3-10D2-D76D-479E-866C4EF1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5FC1F-D1E0-FE29-2924-9BFF9A57A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93FC5-9FA4-2D99-E87D-6E35109BD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502EA-47DD-D230-0FE2-8C5ABEFE1F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77D77E3-E1F6-8762-79C6-3EA69B0DC6B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83454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9F5B8-BB08-A711-45D3-82400DA5C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7F47F-AE65-4305-931C-80FB1EDFD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52907-34CE-6276-3216-1BD5971F8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A8281-D305-8A71-8E0D-56C488922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69E83AC-0E21-D2FC-CB94-489C809D404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464178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1E1AD-0B53-B4D9-2394-C274890D9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FBED8-4C58-031F-422D-6A49C17DB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898E1-62C2-6F54-40CA-DA2B278E7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4F31B-A713-234F-63E0-7533176FE2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12325A0-1D8A-AB53-0F19-51A472E79A4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001517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5BB7D-73DB-66FA-08D7-A63F1D20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04550-81BD-6BE6-908A-0DC0BA786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72EB9-9A64-D06D-16CF-8AC0EA14B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2A93E-4CBF-1D2B-CE96-155B7CE91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8EEC4A4-D794-177C-9592-E4957BF54DD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03335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7D7FD-8E26-250A-D9CF-C040758B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47066-124A-A2E3-CAF2-EAFA30C43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732AE-7691-3D34-CDA0-86CC34212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E6154-38AD-AA4C-6521-8AB937600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E64473E-BFB7-6770-C9EE-574700D7895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244074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F2D34-C057-9A5E-E83D-0620349BA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760D2-5A9A-B7CB-A3B8-FACE1B147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EDB92-7626-4C43-7FCE-94C2B0010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145C6-0C05-FC78-DDB8-2F7B51402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07B21C9-C8F4-886A-D04C-33AB14DAD4D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11018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4B9D-C37D-27BE-26D0-9FA764F5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C0C5F-77D8-4BD6-F20A-D1CB18519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8F636-AE2C-F43C-81C2-2EF1DC943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B3666-A0B9-3601-C20B-FA2A6DEC9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8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5DABFA2-BC68-ADC2-6A1B-0DB4DD9DD2C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12604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1C4A9-B413-AB53-F7DF-1DF431C9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F30A4-C2FE-505B-656B-62510F11A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646B6-85AA-DD65-5F88-712A8E082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8918D-22DA-ACFB-8D20-292F35949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9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44A3925F-8B84-710E-EDB6-76E08D508B6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157856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E4AAB-72C2-9339-889F-22DBEF6C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E62DC-0903-AF0A-3FC7-C6A75D73A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77F0D-D840-37DF-7DAD-A4341D80A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10D6D-B38C-2341-1B36-C27C63C22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10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BAF7CBA-8DEC-1885-CA7E-2198454280C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75127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CD189-D55D-19DD-49FB-8F54888B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F2985-B8D7-EDBA-95DD-EF789D16C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61E96-8F8B-A6EB-2D74-DBBF1B8AC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D56F8-BBDE-B385-4A88-91129A926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11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8C8C35B-0847-3C27-7CBA-87DFC0ACC6D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490875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48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14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98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22754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Основы построения файловых систем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05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022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91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43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64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43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928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964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585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972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057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659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538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784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505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372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8115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3520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75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63722-5D9F-4E99-9720-9B6A0C7BB1C9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47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18C88-2408-4CFC-B25C-07450930B28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14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18949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93386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997771" y="923419"/>
            <a:ext cx="6690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The basics of programming in C</a:t>
            </a:r>
            <a:endParaRPr lang="ru-RU" sz="4000" dirty="0"/>
          </a:p>
        </p:txBody>
      </p:sp>
      <p:pic>
        <p:nvPicPr>
          <p:cNvPr id="1026" name="Picture 2" descr="Neapolis University Pafos, Cyprus Adaptive • Inspiring • Today • Education">
            <a:extLst>
              <a:ext uri="{FF2B5EF4-FFF2-40B4-BE49-F238E27FC236}">
                <a16:creationId xmlns:a16="http://schemas.microsoft.com/office/drawing/2014/main" id="{4A89C479-1691-99F0-24E5-26D57F721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22" y="2457450"/>
            <a:ext cx="4191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5F9A63-3251-7EB7-FC8E-AE3ABA4B7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638" y="1977686"/>
            <a:ext cx="2677540" cy="290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559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CD35-6B82-1462-3C41-8040372F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979FB0-06C8-B29A-2FC9-53BBA0A4083E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4875F5-6C91-EDC4-6FEA-B8F59E4909EA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2A701B-4E7B-74E8-E694-F72892550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620522"/>
              </p:ext>
            </p:extLst>
          </p:nvPr>
        </p:nvGraphicFramePr>
        <p:xfrm>
          <a:off x="0" y="365761"/>
          <a:ext cx="1219200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struct ext2_fs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int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uint32_t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block_size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</a:p>
                    <a:p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struct ext2_blkiter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int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uint32_t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block_size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Y" sz="1600" dirty="0">
                        <a:latin typeface="+mn-lt"/>
                        <a:ea typeface="Menlo" panose="020B060903080402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85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36AE-EC06-0B6F-45E0-3A7720EF6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FD5D75-28C6-4394-1FA4-9C017DFCE3A7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644AFF-A0C9-DBDB-35B9-F77A4AAEF4F2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CFE8F0-E5E5-F7A6-BE40-BA9061A3D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493611"/>
              </p:ext>
            </p:extLst>
          </p:nvPr>
        </p:nvGraphicFramePr>
        <p:xfrm>
          <a:off x="0" y="365761"/>
          <a:ext cx="1219200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struct ext2_fs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int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uint32_t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block_size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</a:p>
                    <a:p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struct ext2_blkiter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int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uint32_t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block_size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</a:t>
                      </a:r>
                      <a:r>
                        <a:rPr lang="en-CY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truct ext2_blkiter</a:t>
                      </a:r>
                      <a:br>
                        <a:rPr lang="en-CY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CY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CY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ext2_fs *fs;</a:t>
                      </a:r>
                    </a:p>
                    <a:p>
                      <a:r>
                        <a:rPr lang="en-CY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</a:p>
                    <a:p>
                      <a:endParaRPr lang="en-CY" sz="1600" dirty="0">
                        <a:latin typeface="+mn-lt"/>
                        <a:ea typeface="Menlo" panose="020B060903080402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215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372A0-4C5E-7CEA-F759-B2969FD4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CBE626-89A9-1209-3B5A-2339C9A55E95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535E72-3BCC-139E-2D5D-23ED08E1F503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AE90AF-EB27-D8FF-238F-77AFA9FB8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064768"/>
              </p:ext>
            </p:extLst>
          </p:nvPr>
        </p:nvGraphicFramePr>
        <p:xfrm>
          <a:off x="0" y="365761"/>
          <a:ext cx="12192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int ext2_fs_init(struct ext2_fs **fs, int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*fs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fs_xmalloc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sizeof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(struct ext2_fs));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(*fs)-&gt;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ext2_super_block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sb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pread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&amp;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sb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sizeof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sb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), 1024) &lt; 0)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return -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errno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0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1B802-FCED-EB80-1CDA-B863F92B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FF7E6A-60DA-90EB-D4DB-D1ACF26E5A98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AE1C2F-E3F7-459A-E4A2-08D71B1BE8DB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524E96-10C7-B590-B6D8-CF0F8E122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187922"/>
              </p:ext>
            </p:extLst>
          </p:nvPr>
        </p:nvGraphicFramePr>
        <p:xfrm>
          <a:off x="0" y="365761"/>
          <a:ext cx="12192000" cy="472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int ext2_fs_init(struct ext2_fs **fs, int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*fs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fs_xmalloc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sizeof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(struct ext2_fs));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(*fs)-&gt;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ext2_super_block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sb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pread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&amp;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sb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sizeof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(…), 1024) &lt; 0)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return -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errno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int ext2_fs_init(struct ext2_fs **fs, int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int r;</a:t>
                      </a:r>
                    </a:p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*fs =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fs_xmalloc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sizeof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*fs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));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(*fs)-&gt;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ext2_super_block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sb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pread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&amp;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sb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sizeof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600" b="1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sb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), 1024) &lt; 0) {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 = -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errno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goto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out_err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</a:p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return 0;</a:t>
                      </a:r>
                    </a:p>
                    <a:p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out_err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: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fs_xfree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(*fs);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return r;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616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DAF95-EC40-E3FD-1245-EC103F7EA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55FD0C-0C9B-84A5-14F8-C8C8DA8D0EEF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A8BD26-9380-C096-07B4-453EE38FF0F9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83465D-A628-66F8-9271-94F0D40C3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896597"/>
              </p:ext>
            </p:extLst>
          </p:nvPr>
        </p:nvGraphicFramePr>
        <p:xfrm>
          <a:off x="0" y="365761"/>
          <a:ext cx="12192000" cy="2865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static int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read_exact_at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(int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void *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count, offset)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uint8_t *p = (uint8_t *)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remaining = count;</a:t>
                      </a:r>
                    </a:p>
                    <a:p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while (remaining &gt; 0)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ssize_t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pread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p, remaining, offset);</a:t>
                      </a:r>
                      <a:b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p += 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)r;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remaining -= 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)r;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offset += 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off_t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)r;</a:t>
                      </a:r>
                      <a:b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39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9E14A-E4BA-D204-3E2B-6DBC750E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338115-900F-4662-4C76-F958DD8EDFD7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75FE11-8A7C-EF6C-8316-68C69E0A27F7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560268-7FAA-C11A-7F75-13E16BF188FC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1"/>
          <a:ext cx="12192000" cy="350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static int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read_exact_at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(int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void *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count, offset)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uint8_t *p = (uint8_t *)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remaining = count;</a:t>
                      </a:r>
                    </a:p>
                    <a:p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while (remaining &gt; 0)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ssize_t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pread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p, remaining, offset);</a:t>
                      </a:r>
                      <a:b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p += 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)r;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remaining -= 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)r;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offset += 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off_t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)r;</a:t>
                      </a:r>
                      <a:b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static int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read_exact_at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(int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void *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count, offset)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uint8_t *p =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</a:p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static int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read_exact_at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(int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void *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count, offset)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return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pread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count, offset);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573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0E2E5-3EF9-C801-FD00-C3CA66CF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D911C3-6AA8-ED9D-FDD4-6E3230314D98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6E3A9C-216D-3A0A-3B2C-D1B363CA515A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C60595-4D74-F467-36AB-86BBC91A6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52765"/>
              </p:ext>
            </p:extLst>
          </p:nvPr>
        </p:nvGraphicFramePr>
        <p:xfrm>
          <a:off x="0" y="365761"/>
          <a:ext cx="1219200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if 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total_blocks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&gt; 0)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it-&gt;blocks = malloc(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total_blocks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*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sizeof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(int));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(!it-&gt;blocks)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free(it);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return -ENOMEM;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for (int j = 0; j &lt;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total_blocks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 ++j)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uint32_t b;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inode_get_block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(fs, &amp;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j, &amp;b);</a:t>
                      </a:r>
                      <a:b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18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12C58-F4DB-9A94-6477-3E159A76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268BEE-25AB-13D0-0714-31962BDCB66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5F7594-135B-0C54-BC5B-5956B34CDC2F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37E512-91AE-BA9C-74E2-2559A6205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767900"/>
              </p:ext>
            </p:extLst>
          </p:nvPr>
        </p:nvGraphicFramePr>
        <p:xfrm>
          <a:off x="0" y="365761"/>
          <a:ext cx="1219200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dump_file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inode_nr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int out)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ext2_fs *fs;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ext2_blkiter *it;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int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((r = ext2_fs_init(&amp;fs,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return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((r = ext2_blkiter_init(&amp;it, fs,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inode_nr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ext2_fs_free(fs);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return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if (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pread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fs-&gt;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block_size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off)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ext2_blkiter_free(it);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ext2_fs_free(fs);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return -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errno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}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…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}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ext2_blkiter_free(it);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ext2_fs_free(fs);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return 0;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632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C499B-5AF7-1BDD-E24F-104821FC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B872E3-DC5B-0F72-683F-14306507220B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FAD9F0-F42C-49BB-3590-7DFE1E0EEA1F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319903-0688-49CA-3C9E-1417D6E7A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042947"/>
              </p:ext>
            </p:extLst>
          </p:nvPr>
        </p:nvGraphicFramePr>
        <p:xfrm>
          <a:off x="0" y="365761"/>
          <a:ext cx="1219200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dump_file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inode_nr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int out)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ext2_fs *fs;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ext2_blkiter *it;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int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((r = ext2_fs_init(&amp;fs,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return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((r = ext2_blkiter_init(&amp;it, fs,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inode_nr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ext2_fs_free(fs);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return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if (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pread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fs-&gt;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block_size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off)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ext2_blkiter_free(it);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ext2_fs_free(fs);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return -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errno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}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…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}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ext2_blkiter_free(it);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ext2_fs_free(fs);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return 0;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dump_file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inode_nr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int out)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ext2_fs *fs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NULL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ext2_blkiter *it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NULL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int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((r = ext2_fs_init(&amp;fs,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return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((r = ext2_blkiter_init(&amp;it, fs,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inode_nr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</a:t>
                      </a:r>
                      <a:r>
                        <a:rPr lang="en-GB" sz="1350" b="1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goto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out;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if (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pread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fs-&gt;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block_size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off) &lt; 0) {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 = -</a:t>
                      </a:r>
                      <a:r>
                        <a:rPr lang="en-GB" sz="1350" b="1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errno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</a:t>
                      </a:r>
                      <a:r>
                        <a:rPr lang="en-GB" sz="1350" b="1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goto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out;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}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…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}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out: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ext2_blkiter_free(it);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ext2_fs_free(fs);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return 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994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C505D-F73E-7B88-7A65-F1442FF5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5B4A3B-EF53-1976-DB84-A72D0EF5B331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DAF9FE-3EB6-B973-9EA5-8E4F3DD01075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2CDD20-26E4-3EE2-1825-C50B84C3C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70832"/>
              </p:ext>
            </p:extLst>
          </p:nvPr>
        </p:nvGraphicFramePr>
        <p:xfrm>
          <a:off x="0" y="365761"/>
          <a:ext cx="1219200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dump_file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inode_nr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int out)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ext2_fs *fs;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ext2_blkiter *it;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int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((r = ext2_fs_init(&amp;fs,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return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((r = ext2_blkiter_init(&amp;it, fs,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inode_nr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ext2_fs_free(fs);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return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if (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pread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fs-&gt;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block_size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off)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ext2_blkiter_free(it);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ext2_fs_free(fs);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return -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errno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}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…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}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ext2_blkiter_free(it);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ext2_fs_free(fs);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return 0;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dump_file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int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inode_nr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int out)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ext2_fs *fs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NULL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struct ext2_blkiter *it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NULL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int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((r = ext2_fs_init(&amp;fs,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return r;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((r = ext2_blkiter_init(&amp;it, fs, </a:t>
                      </a:r>
                      <a:r>
                        <a:rPr lang="en-GB" sz="135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inode_nr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)) &lt; 0) {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</a:t>
                      </a:r>
                      <a:r>
                        <a:rPr lang="en-GB" sz="1350" b="1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goto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out;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…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if ((r = ext2_read_block(fs, </a:t>
                      </a:r>
                      <a:r>
                        <a:rPr lang="en-GB" sz="1350" b="1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GB" sz="1350" b="1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blknr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 &lt; 0)) {</a:t>
                      </a:r>
                    </a:p>
                    <a:p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</a:t>
                      </a:r>
                      <a:r>
                        <a:rPr lang="en-GB" sz="1350" b="1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goto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out;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}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…</a:t>
                      </a:r>
                      <a:b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</a:b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}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out: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ext2_blkiter_free(it);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ext2_fs_free(fs);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return </a:t>
                      </a:r>
                      <a:r>
                        <a:rPr lang="en-GB" sz="1350" b="1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</a:t>
                      </a:r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r>
                        <a:rPr lang="en-GB" sz="135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664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72772</TotalTime>
  <Words>1693</Words>
  <Application>Microsoft Macintosh PowerPoint</Application>
  <PresentationFormat>Widescreen</PresentationFormat>
  <Paragraphs>234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Menlo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Artem Anisimov</dc:creator>
  <cp:lastModifiedBy>QA Admin-TEST</cp:lastModifiedBy>
  <cp:revision>55</cp:revision>
  <cp:lastPrinted>2019-09-04T08:05:36Z</cp:lastPrinted>
  <dcterms:created xsi:type="dcterms:W3CDTF">2016-09-20T13:25:15Z</dcterms:created>
  <dcterms:modified xsi:type="dcterms:W3CDTF">2025-12-06T12:15:37Z</dcterms:modified>
</cp:coreProperties>
</file>